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128C7E">
              <a:alpha val="30000"/>
            </a:srgbClr>
          </a:solidFill>
          <a:ln w="12700">
            <a:solidFill>
              <a:srgbClr val="128C7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3474720"/>
            <a:ext cx="1645920" cy="1645920"/>
          </a:xfrm>
          <a:prstGeom prst="ellipse">
            <a:avLst/>
          </a:prstGeom>
          <a:solidFill>
            <a:srgbClr val="25D366">
              <a:alpha val="25000"/>
            </a:srgbClr>
          </a:solidFill>
          <a:ln w="12700">
            <a:solidFill>
              <a:srgbClr val="25D36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Awesist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F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57600" cy="3657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Bot for Indian SMBs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 ·  Supabase  ·  Razorpay  ·  Meta WhatsApp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Awesist — Full 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73152" y="777240"/>
            <a:ext cx="640080" cy="109728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 rot="16200000">
            <a:off x="73152" y="1965960"/>
            <a:ext cx="640080" cy="822960"/>
          </a:xfrm>
          <a:prstGeom prst="rect">
            <a:avLst/>
          </a:prstGeom>
          <a:solidFill>
            <a:srgbClr val="1877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API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 rot="16200000">
            <a:off x="73152" y="2834640"/>
            <a:ext cx="640080" cy="173736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6200000">
            <a:off x="73152" y="4663440"/>
            <a:ext cx="640080" cy="320040"/>
          </a:xfrm>
          <a:prstGeom prst="rect">
            <a:avLst/>
          </a:prstGeom>
          <a:solidFill>
            <a:srgbClr val="8E44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914400" y="685800"/>
            <a:ext cx="1417320" cy="502920"/>
          </a:xfrm>
          <a:prstGeom prst="rect">
            <a:avLst/>
          </a:prstGeom>
          <a:solidFill>
            <a:srgbClr val="25D366"/>
          </a:solidFill>
          <a:ln w="190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685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Baker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685800"/>
            <a:ext cx="1417320" cy="502920"/>
          </a:xfrm>
          <a:prstGeom prst="rect">
            <a:avLst/>
          </a:prstGeom>
          <a:solidFill>
            <a:srgbClr val="25D366"/>
          </a:solidFill>
          <a:ln w="190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685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Salon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9664" y="685800"/>
            <a:ext cx="1417320" cy="502920"/>
          </a:xfrm>
          <a:prstGeom prst="rect">
            <a:avLst/>
          </a:prstGeom>
          <a:solidFill>
            <a:srgbClr val="25D366"/>
          </a:solidFill>
          <a:ln w="190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9664" y="685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Tailor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97296" y="685800"/>
            <a:ext cx="1417320" cy="502920"/>
          </a:xfrm>
          <a:prstGeom prst="rect">
            <a:avLst/>
          </a:prstGeom>
          <a:solidFill>
            <a:srgbClr val="25D366"/>
          </a:solidFill>
          <a:ln w="190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97296" y="685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Tiffin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24928" y="685800"/>
            <a:ext cx="1417320" cy="502920"/>
          </a:xfrm>
          <a:prstGeom prst="rect">
            <a:avLst/>
          </a:prstGeom>
          <a:solidFill>
            <a:srgbClr val="25D366"/>
          </a:solidFill>
          <a:ln w="190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24928" y="685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Photographer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0" cy="274320"/>
          </a:xfrm>
          <a:prstGeom prst="line">
            <a:avLst/>
          </a:prstGeom>
          <a:noFill/>
          <a:ln w="19050">
            <a:solidFill>
              <a:srgbClr val="128C7E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6576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5A5A6"/>
                </a:solidFill>
              </a:rPr>
              <a:t>WhatsApp Message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14400" y="1508760"/>
            <a:ext cx="7406640" cy="594360"/>
          </a:xfrm>
          <a:prstGeom prst="rect">
            <a:avLst/>
          </a:prstGeom>
          <a:solidFill>
            <a:srgbClr val="1877F2"/>
          </a:solidFill>
          <a:ln w="19050">
            <a:solidFill>
              <a:srgbClr val="0D5F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5087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WhatsApp Business API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  |    Webhook: POST /webhook    |    Phone Number ID    |    Token Auth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3120"/>
            <a:ext cx="0" cy="228600"/>
          </a:xfrm>
          <a:prstGeom prst="line">
            <a:avLst/>
          </a:prstGeom>
          <a:noFill/>
          <a:ln w="19050">
            <a:solidFill>
              <a:srgbClr val="1877F2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49808" y="2331720"/>
            <a:ext cx="7680960" cy="1783080"/>
          </a:xfrm>
          <a:prstGeom prst="rect">
            <a:avLst/>
          </a:prstGeom>
          <a:solidFill>
            <a:srgbClr val="FFF8F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2331720"/>
            <a:ext cx="768096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331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 Application  (uvicorn  ·  port 8000)  —  systemd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" y="2697480"/>
            <a:ext cx="1261872" cy="640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Message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40280" y="2697480"/>
            <a:ext cx="1261872" cy="64008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402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Onboarding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Handler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11880" y="2697480"/>
            <a:ext cx="1261872" cy="64008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118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Reminder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Handler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83480" y="2697480"/>
            <a:ext cx="1261872" cy="64008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Handler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2697480"/>
            <a:ext cx="1261872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Subscription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26680" y="2697480"/>
            <a:ext cx="1261872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26680" y="26974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Reminder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30552" y="3017520"/>
            <a:ext cx="6400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3502152" y="3017520"/>
            <a:ext cx="6400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873752" y="3017520"/>
            <a:ext cx="6400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245352" y="3017520"/>
            <a:ext cx="6400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7616952" y="3017520"/>
            <a:ext cx="6400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868680" y="3456432"/>
            <a:ext cx="22860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68680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Morning Summary Worker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(Daily 8 AM  ·  every user)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0" y="3456432"/>
            <a:ext cx="2011680" cy="502920"/>
          </a:xfrm>
          <a:prstGeom prst="rect">
            <a:avLst/>
          </a:prstGeom>
          <a:solidFill>
            <a:srgbClr val="2C3E50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5760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Conversation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Memory (in-memory)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17920" y="3456432"/>
            <a:ext cx="201168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1792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Extractor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(Claude Haiku)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9808" y="2331720"/>
            <a:ext cx="0" cy="0"/>
          </a:xfrm>
          <a:prstGeom prst="rect">
            <a:avLst/>
          </a:prstGeom>
          <a:solidFill>
            <a:srgbClr val="F8FFFE"/>
          </a:solidFill>
          <a:ln w="12700">
            <a:solidFill>
              <a:srgbClr val="F8FF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</a:rPr>
              <a:t>Nginx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</a:rPr>
              <a:t>(SSL proxy)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0" y="29260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DuckDNS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14400" y="4681728"/>
            <a:ext cx="2011680" cy="548640"/>
          </a:xfrm>
          <a:prstGeom prst="rect">
            <a:avLst/>
          </a:prstGeom>
          <a:solidFill>
            <a:srgbClr val="3ECF8E"/>
          </a:solidFill>
          <a:ln w="19050">
            <a:solidFill>
              <a:srgbClr val="3EC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1440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(PostgreSQL)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1440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Users · Reminders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Payments · Sessions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200400" y="4681728"/>
            <a:ext cx="2011680" cy="548640"/>
          </a:xfrm>
          <a:prstGeom prst="rect">
            <a:avLst/>
          </a:prstGeom>
          <a:solidFill>
            <a:srgbClr val="2D81FF"/>
          </a:solidFill>
          <a:ln w="19050">
            <a:solidFill>
              <a:srgbClr val="2D8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20040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Razorpay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Payment Links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Webhook /razorpay-webhook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86400" y="4681728"/>
            <a:ext cx="1828800" cy="548640"/>
          </a:xfrm>
          <a:prstGeom prst="rect">
            <a:avLst/>
          </a:prstGeom>
          <a:solidFill>
            <a:srgbClr val="F39C12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86400" y="4681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DuckDNS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0" y="495604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awesist.duckdns.org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Free HTTPS domain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589520" y="4681728"/>
            <a:ext cx="1417320" cy="548640"/>
          </a:xfrm>
          <a:prstGeom prst="rect">
            <a:avLst/>
          </a:prstGeom>
          <a:solidFill>
            <a:srgbClr val="003A70"/>
          </a:solidFill>
          <a:ln w="19050">
            <a:solidFill>
              <a:srgbClr val="003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589520" y="4681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Let's Encrypt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89520" y="4956048"/>
            <a:ext cx="1417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SSL Certificate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(Certbot auto-renew)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920240" y="4114800"/>
            <a:ext cx="0" cy="566928"/>
          </a:xfrm>
          <a:prstGeom prst="line">
            <a:avLst/>
          </a:prstGeom>
          <a:noFill/>
          <a:ln w="12700">
            <a:solidFill>
              <a:srgbClr val="95A5A6"/>
            </a:solidFill>
            <a:prstDash val="dash"/>
            <a:tailEnd type="arrow"/>
          </a:ln>
        </p:spPr>
      </p:sp>
      <p:sp>
        <p:nvSpPr>
          <p:cNvPr id="65" name="Text 63"/>
          <p:cNvSpPr/>
          <p:nvPr/>
        </p:nvSpPr>
        <p:spPr>
          <a:xfrm>
            <a:off x="178308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5A5A6"/>
                </a:solidFill>
              </a:rPr>
              <a:t>DB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206240" y="4114800"/>
            <a:ext cx="0" cy="566928"/>
          </a:xfrm>
          <a:prstGeom prst="line">
            <a:avLst/>
          </a:prstGeom>
          <a:noFill/>
          <a:ln w="12700">
            <a:solidFill>
              <a:srgbClr val="95A5A6"/>
            </a:solidFill>
            <a:prstDash val="dash"/>
            <a:tailEnd type="arrow"/>
          </a:ln>
        </p:spPr>
      </p:sp>
      <p:sp>
        <p:nvSpPr>
          <p:cNvPr id="67" name="Text 65"/>
          <p:cNvSpPr/>
          <p:nvPr/>
        </p:nvSpPr>
        <p:spPr>
          <a:xfrm>
            <a:off x="406908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5A5A6"/>
                </a:solidFill>
              </a:rPr>
              <a:t>Pay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6400800" y="4114800"/>
            <a:ext cx="0" cy="566928"/>
          </a:xfrm>
          <a:prstGeom prst="line">
            <a:avLst/>
          </a:prstGeom>
          <a:noFill/>
          <a:ln w="12700">
            <a:solidFill>
              <a:srgbClr val="95A5A6"/>
            </a:solidFill>
            <a:prstDash val="dash"/>
            <a:tailEnd type="arrow"/>
          </a:ln>
        </p:spPr>
      </p:sp>
      <p:sp>
        <p:nvSpPr>
          <p:cNvPr id="69" name="Text 67"/>
          <p:cNvSpPr/>
          <p:nvPr/>
        </p:nvSpPr>
        <p:spPr>
          <a:xfrm>
            <a:off x="626364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5A5A6"/>
                </a:solidFill>
              </a:rPr>
              <a:t>DNS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6858000" y="2103120"/>
            <a:ext cx="0" cy="228600"/>
          </a:xfrm>
          <a:prstGeom prst="line">
            <a:avLst/>
          </a:prstGeom>
          <a:noFill/>
          <a:ln w="19050">
            <a:solidFill>
              <a:srgbClr val="25D366"/>
            </a:solidFill>
            <a:prstDash val="dash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6949440" y="2121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28C7E"/>
                </a:solidFill>
              </a:rPr>
              <a:t>Send Msg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AWS EC2 t2.micro (free tier)  ·  Ubuntu 22.04  ·  Python 3.12  ·  FastAPI  ·  Systemd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Message Processing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4754880" cy="34747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40080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5E54"/>
                </a:solidFill>
              </a:rPr>
              <a:t>1. User sends WhatsApp message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34640" y="987552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457200" y="1069848"/>
            <a:ext cx="4754880" cy="347472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69848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Meta delivers to /webhook (POST)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417320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" y="1499616"/>
            <a:ext cx="475488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499616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Verify webhook signature (VERIFY_TOKEN)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847088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" y="1929384"/>
            <a:ext cx="475488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929384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Extract phone + message 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2276856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57200" y="2359152"/>
            <a:ext cx="47548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59152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Ignore? (ok/thanks/short msg)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706624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57200" y="2788920"/>
            <a:ext cx="475488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788920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6. Check subscription status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3136392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7200" y="3218688"/>
            <a:ext cx="4754880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18688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 Is onboarded? → Onboarding handler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3566160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57200" y="3648456"/>
            <a:ext cx="475488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648456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 Route intent: reminder / order / command /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3995928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57200" y="4078224"/>
            <a:ext cx="475488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078224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9. Handler processes → saves to Supabase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4425696"/>
            <a:ext cx="0" cy="82296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7200" y="4507992"/>
            <a:ext cx="4754880" cy="34747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507992"/>
            <a:ext cx="47548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5E54"/>
                </a:solidFill>
              </a:rPr>
              <a:t>10. Send WhatsApp reply via Meta API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594360"/>
            <a:ext cx="3474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594360"/>
            <a:ext cx="3474720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594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Intent Router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1005840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remind / reminder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49440" y="1165860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7223760" y="1005840"/>
            <a:ext cx="1645920" cy="320040"/>
          </a:xfrm>
          <a:prstGeom prst="rect">
            <a:avLst/>
          </a:prstGeom>
          <a:solidFill>
            <a:srgbClr val="128C7E"/>
          </a:solidFill>
          <a:ln w="63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23760" y="1005840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Reminder Handler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77840" y="1481328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order / deliver / buy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949440" y="1641348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223760" y="1481328"/>
            <a:ext cx="1645920" cy="320040"/>
          </a:xfrm>
          <a:prstGeom prst="rect">
            <a:avLst/>
          </a:prstGeom>
          <a:solidFill>
            <a:srgbClr val="128C7E"/>
          </a:solidFill>
          <a:ln w="63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237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Order Router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1956816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1956816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unpaid / who owes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949440" y="2116836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7223760" y="1956816"/>
            <a:ext cx="1645920" cy="320040"/>
          </a:xfrm>
          <a:prstGeom prst="rect">
            <a:avLst/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223760" y="1956816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Payment Handler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577840" y="2432304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2432304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earnings / income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49440" y="2592324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7223760" y="2432304"/>
            <a:ext cx="1645920" cy="320040"/>
          </a:xfrm>
          <a:prstGeom prst="rect">
            <a:avLst/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223760" y="2432304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Earnings Handler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577840" y="2907792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2907792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reminders / list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949440" y="3067812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7223760" y="2907792"/>
            <a:ext cx="1645920" cy="32004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22376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List Handler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577840" y="3383280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help / menu / how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949440" y="3543300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7223760" y="3383280"/>
            <a:ext cx="1645920" cy="320040"/>
          </a:xfrm>
          <a:prstGeom prst="rect">
            <a:avLst/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2237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Commands Handler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577840" y="3858768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77840" y="3858768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subscribe / pay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49440" y="4018788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7223760" y="3858768"/>
            <a:ext cx="1645920" cy="320040"/>
          </a:xfrm>
          <a:prstGeom prst="rect">
            <a:avLst/>
          </a:prstGeom>
          <a:solidFill>
            <a:srgbClr val="8E44AD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223760" y="3858768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Subscription Service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577840" y="4334256"/>
            <a:ext cx="137160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4334256"/>
            <a:ext cx="1371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anything else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949440" y="4494276"/>
            <a:ext cx="27432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7223760" y="4334256"/>
            <a:ext cx="1645920" cy="320040"/>
          </a:xfrm>
          <a:prstGeom prst="rect">
            <a:avLst/>
          </a:prstGeom>
          <a:solidFill>
            <a:srgbClr val="E74C3C"/>
          </a:solidFill>
          <a:ln w="63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22376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Classifier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74320" y="489204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5A6"/>
                </a:solidFill>
              </a:rPr>
              <a:t>All handlers read/write from Supabase (PostgreSQL via psycopg2 connection pool)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Background Workers &amp; Subscription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393192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Reminder Worker  (every 30 seconds)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356616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1. Poll DB: reminder_time &lt;= NOW()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335024"/>
            <a:ext cx="0" cy="73152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" y="1408176"/>
            <a:ext cx="356616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2. Lock row → mark as processing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1664208"/>
            <a:ext cx="0" cy="73152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" y="1737360"/>
            <a:ext cx="356616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3. Send vendor WhatsApp message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1993392"/>
            <a:ext cx="0" cy="73152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57200" y="2066544"/>
            <a:ext cx="356616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4. Send customer reminder (if phone saved)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2322576"/>
            <a:ext cx="0" cy="73152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57200" y="2395728"/>
            <a:ext cx="356616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5. Mark reminder as sent in DB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0" y="640080"/>
            <a:ext cx="393192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640080"/>
            <a:ext cx="39319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640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Morning Summary Worker  (daily 8 AM)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078992"/>
            <a:ext cx="3566160" cy="256032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1. Check: current hour == 8 AM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03720" y="1335024"/>
            <a:ext cx="0" cy="73152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120640" y="1408176"/>
            <a:ext cx="3566160" cy="256032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2. Fetch users: morning_summary_enabled=TRUE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1664208"/>
            <a:ext cx="0" cy="73152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120640" y="1737360"/>
            <a:ext cx="3566160" cy="256032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3. Skip if summary already sent today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1993392"/>
            <a:ext cx="0" cy="73152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120640" y="2066544"/>
            <a:ext cx="3566160" cy="256032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4. Build today's reminders + upcoming list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03720" y="2322576"/>
            <a:ext cx="0" cy="73152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5120640" y="2395728"/>
            <a:ext cx="3566160" cy="256032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5. Send WhatsApp summary → mark sent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926080"/>
            <a:ext cx="8595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Subscription &amp; Trial Flow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319272"/>
            <a:ext cx="932688" cy="5943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5E54"/>
                </a:solidFill>
              </a:rPr>
              <a:t>Trial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75E54"/>
                </a:solidFill>
              </a:rPr>
              <a:t>Starts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75E54"/>
                </a:solidFill>
              </a:rPr>
              <a:t>30 days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75E54"/>
                </a:solidFill>
              </a:rPr>
              <a:t>free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389888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1527048" y="3319272"/>
            <a:ext cx="932688" cy="59436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527048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 days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27048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gentle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heads-up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459736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596896" y="3319272"/>
            <a:ext cx="932688" cy="59436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596896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days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96896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value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stats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529584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3666744" y="3319272"/>
            <a:ext cx="932688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66744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 days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66744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urgency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msg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599432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736592" y="3319272"/>
            <a:ext cx="93268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36592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 day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36592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final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warning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669280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5806440" y="3319272"/>
            <a:ext cx="932688" cy="5943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806440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Expired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806440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stats +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Razorpay link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739128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6876288" y="3319272"/>
            <a:ext cx="932688" cy="594360"/>
          </a:xfrm>
          <a:prstGeom prst="rect">
            <a:avLst/>
          </a:prstGeom>
          <a:solidFill>
            <a:srgbClr val="2D81FF"/>
          </a:solidFill>
          <a:ln w="12700">
            <a:solidFill>
              <a:srgbClr val="2D8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76288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Pays ₹99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76288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Razorpay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webhook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808976" y="3616452"/>
            <a:ext cx="13716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7946136" y="3319272"/>
            <a:ext cx="932688" cy="5943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946136" y="331927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5E54"/>
                </a:solidFill>
              </a:rPr>
              <a:t>Active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75E54"/>
                </a:solidFill>
              </a:rPr>
              <a:t>30 days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946136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75E54"/>
                </a:solidFill>
              </a:rPr>
              <a:t>subscription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75E54"/>
                </a:solidFill>
              </a:rPr>
              <a:t>extended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5A5A6"/>
                </a:solidFill>
              </a:rPr>
              <a:t>Renewal: same flow — subscription stacks if renewed before expiry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Razorpay webhook  POST /razorpay-webhook  →  HMAC-SHA256 verified  →  activate_subscription(phone, months=1)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Schema (Supabase / PostgreSQL)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743200" cy="3072384"/>
          </a:xfrm>
          <a:prstGeom prst="rect">
            <a:avLst/>
          </a:prstGeom>
          <a:solidFill>
            <a:srgbClr val="FFFFFF"/>
          </a:solidFill>
          <a:ln w="25400">
            <a:solidFill>
              <a:srgbClr val="3EC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40080"/>
            <a:ext cx="2743200" cy="34747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40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987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id (phone)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1280160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business_name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business_type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1865376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865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trial_started_at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2157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is_paid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450592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subscription_expires_at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last_payment_link_id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3035808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035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morning_summary_enabled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3328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last_summary_sent_at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640080"/>
            <a:ext cx="2743200" cy="3072384"/>
          </a:xfrm>
          <a:prstGeom prst="rect">
            <a:avLst/>
          </a:prstGeom>
          <a:solidFill>
            <a:srgbClr val="FFFFFF"/>
          </a:solidFill>
          <a:ln w="254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640080"/>
            <a:ext cx="2743200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640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reminders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987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1280160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user_id → users.id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task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1865376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865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due_date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2157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due_time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2450592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reminder_time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55848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customer_phone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035808"/>
            <a:ext cx="274320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30358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sent (bool)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55848" y="33284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created_at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640080"/>
            <a:ext cx="2651760" cy="3072384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640080"/>
            <a:ext cx="265176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640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19088" y="9875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1280160"/>
            <a:ext cx="265176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12801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reminder_id → reminders.id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19088" y="1572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user_id → users.id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1865376"/>
            <a:ext cx="265176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18653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customer_name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19088" y="21579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total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2450592"/>
            <a:ext cx="265176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24505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advance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19088" y="2743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balance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09360" y="3035808"/>
            <a:ext cx="2651760" cy="292608"/>
          </a:xfrm>
          <a:prstGeom prst="rect">
            <a:avLst/>
          </a:prstGeom>
          <a:solidFill>
            <a:srgbClr val="F0FA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30358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paid (bool)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19088" y="33284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created_at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PK = Primary Key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</a:rPr>
              <a:t>FK → Foreign Key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14800" y="4663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Connection pool: psycopg2  ·  Session pooler (IPv4) via Supabase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Awesist System Architecture</dc:title>
  <dc:subject>PptxGenJS Presentation</dc:subject>
  <dc:creator>PptxGenJS</dc:creator>
  <cp:lastModifiedBy>PptxGenJS</cp:lastModifiedBy>
  <cp:revision>1</cp:revision>
  <dcterms:created xsi:type="dcterms:W3CDTF">2026-03-30T14:37:58Z</dcterms:created>
  <dcterms:modified xsi:type="dcterms:W3CDTF">2026-03-30T14:37:58Z</dcterms:modified>
</cp:coreProperties>
</file>